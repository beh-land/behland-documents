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6" r:id="rId15"/>
    <p:sldId id="297" r:id="rId16"/>
  </p:sldIdLst>
  <p:sldSz cx="8961438" cy="6308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4F8"/>
    <a:srgbClr val="F0F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13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2108" y="1032470"/>
            <a:ext cx="7617222" cy="2196371"/>
          </a:xfrm>
        </p:spPr>
        <p:txBody>
          <a:bodyPr anchor="b"/>
          <a:lstStyle>
            <a:lvl1pPr algn="ctr">
              <a:defRPr sz="5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180" y="3313541"/>
            <a:ext cx="6721079" cy="1523148"/>
          </a:xfrm>
        </p:spPr>
        <p:txBody>
          <a:bodyPr/>
          <a:lstStyle>
            <a:lvl1pPr marL="0" indent="0" algn="ctr">
              <a:buNone/>
              <a:defRPr sz="2208"/>
            </a:lvl1pPr>
            <a:lvl2pPr marL="420578" indent="0" algn="ctr">
              <a:buNone/>
              <a:defRPr sz="1840"/>
            </a:lvl2pPr>
            <a:lvl3pPr marL="841157" indent="0" algn="ctr">
              <a:buNone/>
              <a:defRPr sz="1656"/>
            </a:lvl3pPr>
            <a:lvl4pPr marL="1261735" indent="0" algn="ctr">
              <a:buNone/>
              <a:defRPr sz="1472"/>
            </a:lvl4pPr>
            <a:lvl5pPr marL="1682313" indent="0" algn="ctr">
              <a:buNone/>
              <a:defRPr sz="1472"/>
            </a:lvl5pPr>
            <a:lvl6pPr marL="2102891" indent="0" algn="ctr">
              <a:buNone/>
              <a:defRPr sz="1472"/>
            </a:lvl6pPr>
            <a:lvl7pPr marL="2523470" indent="0" algn="ctr">
              <a:buNone/>
              <a:defRPr sz="1472"/>
            </a:lvl7pPr>
            <a:lvl8pPr marL="2944048" indent="0" algn="ctr">
              <a:buNone/>
              <a:defRPr sz="1472"/>
            </a:lvl8pPr>
            <a:lvl9pPr marL="3364626" indent="0" algn="ctr">
              <a:buNone/>
              <a:defRPr sz="14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09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9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432" y="1572802"/>
            <a:ext cx="7729240" cy="2624254"/>
          </a:xfrm>
        </p:spPr>
        <p:txBody>
          <a:bodyPr anchor="b"/>
          <a:lstStyle>
            <a:lvl1pPr>
              <a:defRPr sz="5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432" y="4221882"/>
            <a:ext cx="7729240" cy="1380033"/>
          </a:xfrm>
        </p:spPr>
        <p:txBody>
          <a:bodyPr/>
          <a:lstStyle>
            <a:lvl1pPr marL="0" indent="0">
              <a:buNone/>
              <a:defRPr sz="2208">
                <a:solidFill>
                  <a:schemeClr val="tx1"/>
                </a:solidFill>
              </a:defRPr>
            </a:lvl1pPr>
            <a:lvl2pPr marL="420578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2pPr>
            <a:lvl3pPr marL="841157" indent="0">
              <a:buNone/>
              <a:defRPr sz="1656">
                <a:solidFill>
                  <a:schemeClr val="tx1">
                    <a:tint val="75000"/>
                  </a:schemeClr>
                </a:solidFill>
              </a:defRPr>
            </a:lvl3pPr>
            <a:lvl4pPr marL="1261735" indent="0">
              <a:buNone/>
              <a:defRPr sz="1472">
                <a:solidFill>
                  <a:schemeClr val="tx1">
                    <a:tint val="75000"/>
                  </a:schemeClr>
                </a:solidFill>
              </a:defRPr>
            </a:lvl4pPr>
            <a:lvl5pPr marL="1682313" indent="0">
              <a:buNone/>
              <a:defRPr sz="1472">
                <a:solidFill>
                  <a:schemeClr val="tx1">
                    <a:tint val="75000"/>
                  </a:schemeClr>
                </a:solidFill>
              </a:defRPr>
            </a:lvl5pPr>
            <a:lvl6pPr marL="2102891" indent="0">
              <a:buNone/>
              <a:defRPr sz="1472">
                <a:solidFill>
                  <a:schemeClr val="tx1">
                    <a:tint val="75000"/>
                  </a:schemeClr>
                </a:solidFill>
              </a:defRPr>
            </a:lvl6pPr>
            <a:lvl7pPr marL="2523470" indent="0">
              <a:buNone/>
              <a:defRPr sz="1472">
                <a:solidFill>
                  <a:schemeClr val="tx1">
                    <a:tint val="75000"/>
                  </a:schemeClr>
                </a:solidFill>
              </a:defRPr>
            </a:lvl7pPr>
            <a:lvl8pPr marL="2944048" indent="0">
              <a:buNone/>
              <a:defRPr sz="1472">
                <a:solidFill>
                  <a:schemeClr val="tx1">
                    <a:tint val="75000"/>
                  </a:schemeClr>
                </a:solidFill>
              </a:defRPr>
            </a:lvl8pPr>
            <a:lvl9pPr marL="3364626" indent="0">
              <a:buNone/>
              <a:defRPr sz="14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8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099" y="1679406"/>
            <a:ext cx="3808611" cy="4002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6728" y="1679406"/>
            <a:ext cx="3808611" cy="4002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2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335883"/>
            <a:ext cx="7729240" cy="12193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67" y="1546514"/>
            <a:ext cx="3791108" cy="757923"/>
          </a:xfrm>
        </p:spPr>
        <p:txBody>
          <a:bodyPr anchor="b"/>
          <a:lstStyle>
            <a:lvl1pPr marL="0" indent="0">
              <a:buNone/>
              <a:defRPr sz="2208" b="1"/>
            </a:lvl1pPr>
            <a:lvl2pPr marL="420578" indent="0">
              <a:buNone/>
              <a:defRPr sz="1840" b="1"/>
            </a:lvl2pPr>
            <a:lvl3pPr marL="841157" indent="0">
              <a:buNone/>
              <a:defRPr sz="1656" b="1"/>
            </a:lvl3pPr>
            <a:lvl4pPr marL="1261735" indent="0">
              <a:buNone/>
              <a:defRPr sz="1472" b="1"/>
            </a:lvl4pPr>
            <a:lvl5pPr marL="1682313" indent="0">
              <a:buNone/>
              <a:defRPr sz="1472" b="1"/>
            </a:lvl5pPr>
            <a:lvl6pPr marL="2102891" indent="0">
              <a:buNone/>
              <a:defRPr sz="1472" b="1"/>
            </a:lvl6pPr>
            <a:lvl7pPr marL="2523470" indent="0">
              <a:buNone/>
              <a:defRPr sz="1472" b="1"/>
            </a:lvl7pPr>
            <a:lvl8pPr marL="2944048" indent="0">
              <a:buNone/>
              <a:defRPr sz="1472" b="1"/>
            </a:lvl8pPr>
            <a:lvl9pPr marL="3364626" indent="0">
              <a:buNone/>
              <a:defRPr sz="14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67" y="2304437"/>
            <a:ext cx="3791108" cy="3389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6729" y="1546514"/>
            <a:ext cx="3809778" cy="757923"/>
          </a:xfrm>
        </p:spPr>
        <p:txBody>
          <a:bodyPr anchor="b"/>
          <a:lstStyle>
            <a:lvl1pPr marL="0" indent="0">
              <a:buNone/>
              <a:defRPr sz="2208" b="1"/>
            </a:lvl1pPr>
            <a:lvl2pPr marL="420578" indent="0">
              <a:buNone/>
              <a:defRPr sz="1840" b="1"/>
            </a:lvl2pPr>
            <a:lvl3pPr marL="841157" indent="0">
              <a:buNone/>
              <a:defRPr sz="1656" b="1"/>
            </a:lvl3pPr>
            <a:lvl4pPr marL="1261735" indent="0">
              <a:buNone/>
              <a:defRPr sz="1472" b="1"/>
            </a:lvl4pPr>
            <a:lvl5pPr marL="1682313" indent="0">
              <a:buNone/>
              <a:defRPr sz="1472" b="1"/>
            </a:lvl5pPr>
            <a:lvl6pPr marL="2102891" indent="0">
              <a:buNone/>
              <a:defRPr sz="1472" b="1"/>
            </a:lvl6pPr>
            <a:lvl7pPr marL="2523470" indent="0">
              <a:buNone/>
              <a:defRPr sz="1472" b="1"/>
            </a:lvl7pPr>
            <a:lvl8pPr marL="2944048" indent="0">
              <a:buNone/>
              <a:defRPr sz="1472" b="1"/>
            </a:lvl8pPr>
            <a:lvl9pPr marL="3364626" indent="0">
              <a:buNone/>
              <a:defRPr sz="14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6729" y="2304437"/>
            <a:ext cx="3809778" cy="3389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60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7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420582"/>
            <a:ext cx="2890297" cy="1472036"/>
          </a:xfrm>
        </p:spPr>
        <p:txBody>
          <a:bodyPr anchor="b"/>
          <a:lstStyle>
            <a:lvl1pPr>
              <a:defRPr sz="29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778" y="908341"/>
            <a:ext cx="4536728" cy="4483284"/>
          </a:xfrm>
        </p:spPr>
        <p:txBody>
          <a:bodyPr/>
          <a:lstStyle>
            <a:lvl1pPr>
              <a:defRPr sz="2944"/>
            </a:lvl1pPr>
            <a:lvl2pPr>
              <a:defRPr sz="2576"/>
            </a:lvl2pPr>
            <a:lvl3pPr>
              <a:defRPr sz="2208"/>
            </a:lvl3pPr>
            <a:lvl4pPr>
              <a:defRPr sz="1840"/>
            </a:lvl4pPr>
            <a:lvl5pPr>
              <a:defRPr sz="1840"/>
            </a:lvl5pPr>
            <a:lvl6pPr>
              <a:defRPr sz="1840"/>
            </a:lvl6pPr>
            <a:lvl7pPr>
              <a:defRPr sz="1840"/>
            </a:lvl7pPr>
            <a:lvl8pPr>
              <a:defRPr sz="1840"/>
            </a:lvl8pPr>
            <a:lvl9pPr>
              <a:defRPr sz="1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1892618"/>
            <a:ext cx="2890297" cy="3506308"/>
          </a:xfrm>
        </p:spPr>
        <p:txBody>
          <a:bodyPr/>
          <a:lstStyle>
            <a:lvl1pPr marL="0" indent="0">
              <a:buNone/>
              <a:defRPr sz="1472"/>
            </a:lvl1pPr>
            <a:lvl2pPr marL="420578" indent="0">
              <a:buNone/>
              <a:defRPr sz="1288"/>
            </a:lvl2pPr>
            <a:lvl3pPr marL="841157" indent="0">
              <a:buNone/>
              <a:defRPr sz="1104"/>
            </a:lvl3pPr>
            <a:lvl4pPr marL="1261735" indent="0">
              <a:buNone/>
              <a:defRPr sz="920"/>
            </a:lvl4pPr>
            <a:lvl5pPr marL="1682313" indent="0">
              <a:buNone/>
              <a:defRPr sz="920"/>
            </a:lvl5pPr>
            <a:lvl6pPr marL="2102891" indent="0">
              <a:buNone/>
              <a:defRPr sz="920"/>
            </a:lvl6pPr>
            <a:lvl7pPr marL="2523470" indent="0">
              <a:buNone/>
              <a:defRPr sz="920"/>
            </a:lvl7pPr>
            <a:lvl8pPr marL="2944048" indent="0">
              <a:buNone/>
              <a:defRPr sz="920"/>
            </a:lvl8pPr>
            <a:lvl9pPr marL="3364626" indent="0">
              <a:buNone/>
              <a:defRPr sz="9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4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420582"/>
            <a:ext cx="2890297" cy="1472036"/>
          </a:xfrm>
        </p:spPr>
        <p:txBody>
          <a:bodyPr anchor="b"/>
          <a:lstStyle>
            <a:lvl1pPr>
              <a:defRPr sz="29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09778" y="908341"/>
            <a:ext cx="4536728" cy="4483284"/>
          </a:xfrm>
        </p:spPr>
        <p:txBody>
          <a:bodyPr anchor="t"/>
          <a:lstStyle>
            <a:lvl1pPr marL="0" indent="0">
              <a:buNone/>
              <a:defRPr sz="2944"/>
            </a:lvl1pPr>
            <a:lvl2pPr marL="420578" indent="0">
              <a:buNone/>
              <a:defRPr sz="2576"/>
            </a:lvl2pPr>
            <a:lvl3pPr marL="841157" indent="0">
              <a:buNone/>
              <a:defRPr sz="2208"/>
            </a:lvl3pPr>
            <a:lvl4pPr marL="1261735" indent="0">
              <a:buNone/>
              <a:defRPr sz="1840"/>
            </a:lvl4pPr>
            <a:lvl5pPr marL="1682313" indent="0">
              <a:buNone/>
              <a:defRPr sz="1840"/>
            </a:lvl5pPr>
            <a:lvl6pPr marL="2102891" indent="0">
              <a:buNone/>
              <a:defRPr sz="1840"/>
            </a:lvl6pPr>
            <a:lvl7pPr marL="2523470" indent="0">
              <a:buNone/>
              <a:defRPr sz="1840"/>
            </a:lvl7pPr>
            <a:lvl8pPr marL="2944048" indent="0">
              <a:buNone/>
              <a:defRPr sz="1840"/>
            </a:lvl8pPr>
            <a:lvl9pPr marL="3364626" indent="0">
              <a:buNone/>
              <a:defRPr sz="18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1892618"/>
            <a:ext cx="2890297" cy="3506308"/>
          </a:xfrm>
        </p:spPr>
        <p:txBody>
          <a:bodyPr/>
          <a:lstStyle>
            <a:lvl1pPr marL="0" indent="0">
              <a:buNone/>
              <a:defRPr sz="1472"/>
            </a:lvl1pPr>
            <a:lvl2pPr marL="420578" indent="0">
              <a:buNone/>
              <a:defRPr sz="1288"/>
            </a:lvl2pPr>
            <a:lvl3pPr marL="841157" indent="0">
              <a:buNone/>
              <a:defRPr sz="1104"/>
            </a:lvl3pPr>
            <a:lvl4pPr marL="1261735" indent="0">
              <a:buNone/>
              <a:defRPr sz="920"/>
            </a:lvl4pPr>
            <a:lvl5pPr marL="1682313" indent="0">
              <a:buNone/>
              <a:defRPr sz="920"/>
            </a:lvl5pPr>
            <a:lvl6pPr marL="2102891" indent="0">
              <a:buNone/>
              <a:defRPr sz="920"/>
            </a:lvl6pPr>
            <a:lvl7pPr marL="2523470" indent="0">
              <a:buNone/>
              <a:defRPr sz="920"/>
            </a:lvl7pPr>
            <a:lvl8pPr marL="2944048" indent="0">
              <a:buNone/>
              <a:defRPr sz="920"/>
            </a:lvl8pPr>
            <a:lvl9pPr marL="3364626" indent="0">
              <a:buNone/>
              <a:defRPr sz="9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4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2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13030" y="335881"/>
            <a:ext cx="1932310" cy="53463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6099" y="335881"/>
            <a:ext cx="5684912" cy="53463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099" y="335883"/>
            <a:ext cx="7729240" cy="1219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099" y="1679406"/>
            <a:ext cx="7729240" cy="4002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6099" y="5847255"/>
            <a:ext cx="2016324" cy="33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46258-CCDE-4666-943B-74455BADD5F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8477" y="5847255"/>
            <a:ext cx="3024485" cy="33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29015" y="5847255"/>
            <a:ext cx="2016324" cy="3358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D5CD7-4071-4F69-BCB0-0A70623BA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841157" rtl="0" eaLnBrk="1" latinLnBrk="0" hangingPunct="1">
        <a:lnSpc>
          <a:spcPct val="90000"/>
        </a:lnSpc>
        <a:spcBef>
          <a:spcPct val="0"/>
        </a:spcBef>
        <a:buNone/>
        <a:defRPr sz="4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0289" indent="-210289" algn="l" defTabSz="841157" rtl="0" eaLnBrk="1" latinLnBrk="0" hangingPunct="1">
        <a:lnSpc>
          <a:spcPct val="90000"/>
        </a:lnSpc>
        <a:spcBef>
          <a:spcPts val="920"/>
        </a:spcBef>
        <a:buFont typeface="Arial" panose="020B0604020202020204" pitchFamily="34" charset="0"/>
        <a:buChar char="•"/>
        <a:defRPr sz="2576" kern="1200">
          <a:solidFill>
            <a:schemeClr val="tx1"/>
          </a:solidFill>
          <a:latin typeface="+mn-lt"/>
          <a:ea typeface="+mn-ea"/>
          <a:cs typeface="+mn-cs"/>
        </a:defRPr>
      </a:lvl1pPr>
      <a:lvl2pPr marL="630867" indent="-210289" algn="l" defTabSz="841157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2208" kern="1200">
          <a:solidFill>
            <a:schemeClr val="tx1"/>
          </a:solidFill>
          <a:latin typeface="+mn-lt"/>
          <a:ea typeface="+mn-ea"/>
          <a:cs typeface="+mn-cs"/>
        </a:defRPr>
      </a:lvl2pPr>
      <a:lvl3pPr marL="1051446" indent="-210289" algn="l" defTabSz="841157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3pPr>
      <a:lvl4pPr marL="1472024" indent="-210289" algn="l" defTabSz="841157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4pPr>
      <a:lvl5pPr marL="1892602" indent="-210289" algn="l" defTabSz="841157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5pPr>
      <a:lvl6pPr marL="2313181" indent="-210289" algn="l" defTabSz="841157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6pPr>
      <a:lvl7pPr marL="2733759" indent="-210289" algn="l" defTabSz="841157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7pPr>
      <a:lvl8pPr marL="3154337" indent="-210289" algn="l" defTabSz="841157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8pPr>
      <a:lvl9pPr marL="3574915" indent="-210289" algn="l" defTabSz="841157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1157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1pPr>
      <a:lvl2pPr marL="420578" algn="l" defTabSz="841157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2pPr>
      <a:lvl3pPr marL="841157" algn="l" defTabSz="841157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3pPr>
      <a:lvl4pPr marL="1261735" algn="l" defTabSz="841157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4pPr>
      <a:lvl5pPr marL="1682313" algn="l" defTabSz="841157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5pPr>
      <a:lvl6pPr marL="2102891" algn="l" defTabSz="841157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6pPr>
      <a:lvl7pPr marL="2523470" algn="l" defTabSz="841157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7pPr>
      <a:lvl8pPr marL="2944048" algn="l" defTabSz="841157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8pPr>
      <a:lvl9pPr marL="3364626" algn="l" defTabSz="841157" rtl="0" eaLnBrk="1" latinLnBrk="0" hangingPunct="1">
        <a:defRPr sz="16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629D3-DBCB-B00D-FC2E-62C6F1D7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87B1-E239-57AB-AA7B-B19B617FB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8CB39-9DED-E097-D5DB-AD05C2FED3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A0151-7DB7-6C22-5268-A051F3A79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25283" y="4175185"/>
            <a:ext cx="5512279" cy="439947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7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2C3EB0-84D0-FF81-01D3-F1FAF665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D5F8-1202-C3A8-41EB-F6B998207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4F8B-FE4A-40E8-87D5-503D74CD4E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41794-3C82-14FA-0333-CBFD631B3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6" y="0"/>
            <a:ext cx="8923646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8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77BFD-030E-D024-5DB4-F8ABC70D6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6707-AA98-35F5-00B8-0AB59467C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0D148-EC86-48B6-C187-859BDF454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1386A-EC90-3F46-739E-F767BAFB8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1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E9839-B4F6-8541-62C1-5AD1BA10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6446-8313-FB81-DC5A-C2217486C0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A931E-7F42-0323-A88A-45EF1B89E1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8FF718-6131-721B-4356-7EEB1A936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7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35392-67DB-15E1-9DC0-71208771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292F-3C49-CA47-EB3F-79CE3AFB27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E48B4-8304-D321-A577-15814BA94E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644EE-CFA5-182D-86F2-7C1EBDC31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3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BE298-EE7B-40F4-969B-836EA2819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755F-E6D9-D5C0-355E-F257716F36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82CCE-0832-261A-A8E7-B75D13E80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76C01-F43A-FA41-9DA9-C1F8E8B60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7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27B69-63B7-EA7A-5D0D-3C9736C7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3306-D29E-5811-4436-CE079D648B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C03EC-20A1-B7A0-CA39-E6688051B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ACA9C-6A70-A911-4D3A-1541993C0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87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A0A53-C843-7235-E53A-E189B67B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2F48-1517-F04F-4EF6-79BD9F8AAB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1C911-D5B9-1FB0-3ACD-0C0D89DB7E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80A9E-F90F-42E8-F71E-A3F0DE8B2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7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6D8DD-8260-66F8-EC77-B60F6A34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2577-21FE-4CCA-38AA-26E7D8ABC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9780-4330-2978-DA87-472ADAA44E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57F56C-4B9F-8498-D653-86A421773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7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92F08-8C83-C885-EE7F-C8F3AEC05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C4196-FEE2-EA9D-287E-24FE13DCA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A42B5-B4E8-14F5-DFE4-8EE7E60E85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D8E59-24C9-469A-9FE2-2F177036C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8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86E8E3-3F42-92F6-3948-CBB6E434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53D5-D1D8-BD9A-2227-1A31E78797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160D1-FDCA-5C33-2817-4B95CF6E0F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D2ED5-10E1-5266-9A70-63FF17089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8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0EB22-74B9-C917-8F38-7A81665B2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0179-7359-0B65-16F6-258026732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8858E-3321-7755-40AC-87773B561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B87E4-6841-A80E-B9B6-1910D7DE4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7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BF7DB-6D9E-C3AD-A73C-B8752586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ABD0-1C03-7F4E-3C0A-01507FC800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7CFF0-8587-6CE8-8B51-8B28BB21C2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97129-8226-5911-3545-D8B11D245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94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E8579-EDE1-2F92-9A6E-1C04C4CD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848B-353E-A263-AFF6-6F83B80E8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23AEE-342B-C7D8-A0A1-AE0FD98286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2" y="0"/>
            <a:ext cx="8923646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7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3844C-F36C-ABB7-0D40-1DEDEB8F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3C68-076A-5501-38C1-B47C5DA625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C7E9F-DE38-17C9-456E-6E4026155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D09966-712C-FFE3-D935-9C20F7989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" y="0"/>
            <a:ext cx="8927641" cy="6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1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Hanz Bobby</dc:creator>
  <cp:lastModifiedBy>Mhdi</cp:lastModifiedBy>
  <cp:revision>3</cp:revision>
  <dcterms:created xsi:type="dcterms:W3CDTF">2026-08-23T16:36:36Z</dcterms:created>
  <dcterms:modified xsi:type="dcterms:W3CDTF">2026-09-09T09:43:27Z</dcterms:modified>
</cp:coreProperties>
</file>